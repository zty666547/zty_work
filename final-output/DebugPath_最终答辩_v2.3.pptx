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44fa7cacb4425" /><Relationship Type="http://schemas.openxmlformats.org/officeDocument/2006/relationships/extended-properties" Target="/docProps/app.xml" Id="Rf85be4fc7cf24a6a" /><Relationship Type="http://schemas.openxmlformats.org/officeDocument/2006/relationships/officeDocument" Target="/ppt/presentation.xml" Id="R67383033a62147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c625ddf304e5f"/>
  </p:sldMasterIdLst>
  <p:notesMasterIdLst>
    <p:notesMasterId xmlns:r="http://schemas.openxmlformats.org/officeDocument/2006/relationships" r:id="R331f78b82ca24d56"/>
  </p:notesMasterIdLst>
  <p:sldIdLst>
    <p:sldId xmlns:r="http://schemas.openxmlformats.org/officeDocument/2006/relationships" id="256" r:id="Rb7e5fb0358404e45"/>
    <p:sldId xmlns:r="http://schemas.openxmlformats.org/officeDocument/2006/relationships" id="257" r:id="Rad1bb7168e98467e"/>
    <p:sldId xmlns:r="http://schemas.openxmlformats.org/officeDocument/2006/relationships" id="258" r:id="R098768b5d4374f9a"/>
    <p:sldId xmlns:r="http://schemas.openxmlformats.org/officeDocument/2006/relationships" id="259" r:id="R3a71f7820e934817"/>
    <p:sldId xmlns:r="http://schemas.openxmlformats.org/officeDocument/2006/relationships" id="260" r:id="R5dcc769b29c44b27"/>
    <p:sldId xmlns:r="http://schemas.openxmlformats.org/officeDocument/2006/relationships" id="261" r:id="R4ea58e60168a4c4e"/>
    <p:sldId xmlns:r="http://schemas.openxmlformats.org/officeDocument/2006/relationships" id="262" r:id="R8002e5e5fda7431d"/>
    <p:sldId xmlns:r="http://schemas.openxmlformats.org/officeDocument/2006/relationships" id="263" r:id="Ra61920e32f224e6b"/>
    <p:sldId xmlns:r="http://schemas.openxmlformats.org/officeDocument/2006/relationships" id="264" r:id="Ra7213812cf4542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5e043dafe34b54" /><Relationship Type="http://schemas.openxmlformats.org/officeDocument/2006/relationships/slideMaster" Target="/ppt/slideMasters/slideMaster1.xml" Id="R54ac625ddf304e5f" /><Relationship Type="http://schemas.openxmlformats.org/officeDocument/2006/relationships/notesMaster" Target="/ppt/notesMasters/notesMaster1.xml" Id="R331f78b82ca24d56" /><Relationship Type="http://schemas.openxmlformats.org/officeDocument/2006/relationships/presProps" Target="/ppt/presProps.xml" Id="Rdd2bced1e4244d03" /><Relationship Type="http://schemas.openxmlformats.org/officeDocument/2006/relationships/tableStyles" Target="/ppt/tableStyles.xml" Id="R4cbc9c24d08f4415" /><Relationship Type="http://schemas.openxmlformats.org/officeDocument/2006/relationships/slide" Target="/ppt/slides/slide1.xml" Id="Rb7e5fb0358404e45" /><Relationship Type="http://schemas.openxmlformats.org/officeDocument/2006/relationships/slide" Target="/ppt/slides/slide2.xml" Id="Rad1bb7168e98467e" /><Relationship Type="http://schemas.openxmlformats.org/officeDocument/2006/relationships/slide" Target="/ppt/slides/slide3.xml" Id="R098768b5d4374f9a" /><Relationship Type="http://schemas.openxmlformats.org/officeDocument/2006/relationships/slide" Target="/ppt/slides/slide4.xml" Id="R3a71f7820e934817" /><Relationship Type="http://schemas.openxmlformats.org/officeDocument/2006/relationships/slide" Target="/ppt/slides/slide5.xml" Id="R5dcc769b29c44b27" /><Relationship Type="http://schemas.openxmlformats.org/officeDocument/2006/relationships/slide" Target="/ppt/slides/slide6.xml" Id="R4ea58e60168a4c4e" /><Relationship Type="http://schemas.openxmlformats.org/officeDocument/2006/relationships/slide" Target="/ppt/slides/slide7.xml" Id="R8002e5e5fda7431d" /><Relationship Type="http://schemas.openxmlformats.org/officeDocument/2006/relationships/slide" Target="/ppt/slides/slide8.xml" Id="Ra61920e32f224e6b" /><Relationship Type="http://schemas.openxmlformats.org/officeDocument/2006/relationships/slide" Target="/ppt/slides/slide9.xml" Id="Ra7213812cf45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100d0c7aad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ffc6247d44e75" /><Relationship Type="http://schemas.openxmlformats.org/officeDocument/2006/relationships/notesMaster" Target="/ppt/notesMasters/notesMaster1.xml" Id="Rbfb622d622e4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8485d46874be4" /><Relationship Type="http://schemas.openxmlformats.org/officeDocument/2006/relationships/notesMaster" Target="/ppt/notesMasters/notesMaster1.xml" Id="Ra16404b6be6c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0a60efa854b5d" /><Relationship Type="http://schemas.openxmlformats.org/officeDocument/2006/relationships/notesMaster" Target="/ppt/notesMasters/notesMaster1.xml" Id="Rc385795a0bc743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dce908e9f443f" /><Relationship Type="http://schemas.openxmlformats.org/officeDocument/2006/relationships/notesMaster" Target="/ppt/notesMasters/notesMaster1.xml" Id="Rceb9b23170744d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bf8813e2641f3" /><Relationship Type="http://schemas.openxmlformats.org/officeDocument/2006/relationships/notesMaster" Target="/ppt/notesMasters/notesMaster1.xml" Id="R681cc1e0cd09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b371500cc44c89" /><Relationship Type="http://schemas.openxmlformats.org/officeDocument/2006/relationships/notesMaster" Target="/ppt/notesMasters/notesMaster1.xml" Id="R1801a71296f34d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6cc4d3a9344fc7" /><Relationship Type="http://schemas.openxmlformats.org/officeDocument/2006/relationships/notesMaster" Target="/ppt/notesMasters/notesMaster1.xml" Id="Ra96b645f6d354e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a7fbf2a874c8f" /><Relationship Type="http://schemas.openxmlformats.org/officeDocument/2006/relationships/notesMaster" Target="/ppt/notesMasters/notesMaster1.xml" Id="R10e3b8e434494c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301b975c54a9a" /><Relationship Type="http://schemas.openxmlformats.org/officeDocument/2006/relationships/notesMaster" Target="/ppt/notesMasters/notesMaster1.xml" Id="R74a0ac003d2346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四项工作，不重复项目背景。四项内容分别对应图谱结构、算法、演示和输出边界。下一页先展开图谱。来源：docs/graph-explanation.md，docs/v2-information-gain.md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40秒。先区分三类关系：候选边决定搜索范围，证据边形成初始排序，观察边保存条件概率。用户回答以后，系统读取P(观察结果|原因)，执行贝叶斯更新。示例中服务地址配置错误从56.0%升至95.2%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60秒，是算法重点。先用直白语言解释熵：候选概率越平均，越不确定。信息增益就是提问前后的熵差。第二版不是只看理论信息增益，还乘以可回答率并扣除成本与风险。固定案例第一次问题的信息增益0.733 bit，可回答率90%，效用0.640。来源：docs/v2-information-gain.md，data/demo/open_webui_ollama_trajectory.json，src/diagnosis/planner_v2.py。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WebUI容器无法连接宿主机Ollama。系统从三个EvidenceChunk映射出五个候选原因。第一名服务地址配置错误为56.0%，当前熵1.850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用40秒。冻结测试中不追问的Top-1为50.0%，主动询问策略为60.4%到64.3%。需要主动说明：样本量较小，而且该批数据已经参与开发反馈，不能夸大为真实环境准确率。最后总结四项可证明成果。来源：data/evaluation/frozen_test_results.json，data/evaluation/injection_results.json，tests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e8e187ea346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1a68f4b8134f4b" /><Relationship Type="http://schemas.openxmlformats.org/officeDocument/2006/relationships/slideLayout" Target="/ppt/slideLayouts/slideLayout1.xml" Id="R499ea0737bcf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9ea0737bcf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3fe2be31e49d5" /><Relationship Type="http://schemas.openxmlformats.org/officeDocument/2006/relationships/notesSlide" Target="/ppt/notesSlides/notesSlide1.xml" Id="R66e3c4c0372b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d118f6384e2d" /><Relationship Type="http://schemas.openxmlformats.org/officeDocument/2006/relationships/notesSlide" Target="/ppt/notesSlides/notesSlide2.xml" Id="R246c8916705a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bf8fa565a4151" /><Relationship Type="http://schemas.openxmlformats.org/officeDocument/2006/relationships/image" Target="/ppt/media/image.png" Id="R7053559e00644047" /><Relationship Type="http://schemas.openxmlformats.org/officeDocument/2006/relationships/notesSlide" Target="/ppt/notesSlides/notesSlide3.xml" Id="R9dfa5b186141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0cc466ebd4fe0" /><Relationship Type="http://schemas.openxmlformats.org/officeDocument/2006/relationships/notesSlide" Target="/ppt/notesSlides/notesSlide4.xml" Id="Rc6017ff7b9a341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11a7c912149f0" /><Relationship Type="http://schemas.openxmlformats.org/officeDocument/2006/relationships/notesSlide" Target="/ppt/notesSlides/notesSlide5.xml" Id="Ra575bd4af5d3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adb9feb3a4940" /><Relationship Type="http://schemas.openxmlformats.org/officeDocument/2006/relationships/image" Target="/ppt/media/image2.png" Id="R0e29df07d8a54d41" /><Relationship Type="http://schemas.openxmlformats.org/officeDocument/2006/relationships/notesSlide" Target="/ppt/notesSlides/notesSlide6.xml" Id="Rf53c6ada3a594e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f5ab612c2409a" /><Relationship Type="http://schemas.openxmlformats.org/officeDocument/2006/relationships/image" Target="/ppt/media/image3.png" Id="Re3d36c74de674c35" /><Relationship Type="http://schemas.openxmlformats.org/officeDocument/2006/relationships/notesSlide" Target="/ppt/notesSlides/notesSlide7.xml" Id="R56360cb3a14141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397088594b62" /><Relationship Type="http://schemas.openxmlformats.org/officeDocument/2006/relationships/image" Target="/ppt/media/image4.png" Id="Rf31594f2f8f24c41" /><Relationship Type="http://schemas.openxmlformats.org/officeDocument/2006/relationships/notesSlide" Target="/ppt/notesSlides/notesSlide8.xml" Id="Rd1e869a942ae4a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87207db4b4356" /><Relationship Type="http://schemas.openxmlformats.org/officeDocument/2006/relationships/notesSlide" Target="/ppt/notesSlides/notesSlide9.xml" Id="Rba70c2f728fd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FD884-21AC-4B70-A602-0F43A356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7ADBC-01A0-4EB9-B04F-E77B463D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318FA-1C8D-402F-BAF7-EF722DD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F42CB-F00B-433F-A774-BF114A1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76A27-33B2-4180-85CD-9D20972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F26C-D127-4E92-BB82-3E44F03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1CC4-0C9D-4256-BEFF-362DE8B6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620E2-1860-45E4-8975-D08AF44F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DA877-9A02-4AD6-B67A-CCB79C2D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D910-D6DA-466F-99C1-73F66A4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0BEFB-8075-4967-96C5-DF60953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</a:p>
        </p:txBody>
      </p:sp>
    </p:spTree>
    <p:extLst>
      <p:ext uri="{BB962C8B-B14F-4D97-AF65-F5344CB8AC3E}">
        <p14:creationId xmlns:p14="http://schemas.microsoft.com/office/powerpoint/2010/main" val="1253490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6C220-B39A-48D2-8051-CDAE127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880E-6532-4A58-A178-46F8B70D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DB65B-5692-4067-8EC2-729F4B8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D6FDE-A330-48BF-9851-62443B49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1AED4-F77B-4B9E-B23E-97B85088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D59FC-138C-44F3-8309-FA47D643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CD398-FF2E-4A43-A5BD-3D1680B0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5DF01-5940-44F8-BE8E-3CD03CFB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4F0FA-1078-4FAF-A074-B9CA100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15类节点、27类关系。补充服务、端点和部署环境，使原因能够落到具体检查与修复。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3F26A-840D-4FB3-ACD0-633CEE5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0629-D400-4D3F-8741-B4C15ACD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31110-82FF-4BB7-A735-1E0E8E1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AE3E5-49DD-4B37-B0B5-65BFA17A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8132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信息增益加入可回答率、检查成本和风险，避免选择理论上有效但用户难以完成的问题。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262BB-E447-4B2F-B579-7B701C2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483BD-FFF8-409C-BEA9-18C0835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F600D-177B-4512-8E64-32C0E44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E7776-312A-4107-BF46-387671AC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每轮记录问题、观察、候选概率、熵和子图变化，答辩时可以逐步解释诊断过程。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72E4A-2CD3-4CB6-9389-73AD687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4953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88CB1-7824-43C6-A5ED-E5A6C90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DD857-E8B2-4962-A541-AF0B58B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627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注入约束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D8962-2248-4D68-B245-D2EA686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2917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原因、检查、修复、风险和来源通过白名单校验后，才交给大模型整理表达。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785E3-7B30-40D5-9A98-444BE052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最终汇报重点：图谱如何表达因果，算法如何选择下一问，回答如何改变候选子图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1512230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A07B4-FB49-4703-885C-1010AEA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971DC-E035-417B-BAAD-83CB348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2913-7C63-4485-84C0-98721DDA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668EC-4808-494B-A5D7-7FA0A0DF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5F214-4D7C-4741-9378-0E11769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5427C-9778-4CB9-84D0-A1D2FD3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B6577-E66B-4B86-BB1D-174CCD6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3559e00644047"/>
          <a:stretch xmlns:a="http://schemas.openxmlformats.org/drawingml/2006/main"/>
        </p:blipFill>
        <p:spPr>
          <a:xfrm xmlns:a="http://schemas.openxmlformats.org/drawingml/2006/main">
            <a:off x="652084" y="1924050"/>
            <a:ext cx="775410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987FF-424F-4CD6-8A23-2B873BCC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4B78E-9625-4735-9CC7-1F82CEC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93374-895F-4E8D-80F2-4C74499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C5037-03D5-4D41-9DBE-C940846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49CE7-3833-4E79-AEF1-28A0625C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CBB55-2F3C-4396-834F-5EE9473B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33442-2C73-435B-BA63-5E328BA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9F9F7-F73C-4D74-B87A-BC254A65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3C667-4376-4C5B-B177-02D6E01D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cxnSp>
        <p:nvCxnSpPr>
          <p:cNvPr id="3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5D47B-734B-4D05-9AA8-968A022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</a:p>
        </p:txBody>
      </p:sp>
    </p:spTree>
    <p:extLst>
      <p:ext uri="{BB962C8B-B14F-4D97-AF65-F5344CB8AC3E}">
        <p14:creationId xmlns:p14="http://schemas.microsoft.com/office/powerpoint/2010/main" val="910724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DA1AC-C55C-4B6E-B079-05707B78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F522E-2A49-4456-BD67-A6A4DCAC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因果关系如何驱动候选子图变化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3D6B-5F3D-4511-BD49-C4ACBF4F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73BB-97DE-4AF2-9B48-8ADC090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577D9-4E8C-4409-BA8D-AFDEDD43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三类关系承担不同任务，只有观察边参与回答后的概率更新。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CCAA-1528-47A9-817B-BDE5522B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51378-8AE0-4B0D-891B-E58C897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DB173-F02C-4D69-85D8-03CF0062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9D0D6-5110-4263-9889-792B4E5C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定义候选集合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A50B8-BA91-4C85-A264-69C5C088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故障可能由哪些原因造成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DFE63-0998-4BA8-A963-44D9995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70E19-132B-4393-B9DD-3ADFC84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A3D19-D420-4F69-9440-5751F55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21DE3-9196-4EB9-81BD-1A7C5CF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1DA21-EF0B-4D78-B93A-F80286D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BM25证据片段映射到原因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402C6-9786-4D77-8FEF-95337943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5DA46-3A2D-4F6B-9D92-F31D0EEE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586CD-35D2-4ABD-9E9E-230534EB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21A48-0D91-451F-BD00-D417BDB3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B69DF-C5F9-4446-8CA3-9658D34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 P(观察结果｜原因)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15A5B-CDE7-4359-B152-350B26C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EF7F0-B61B-4FBC-8640-0918CAC9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461C4-1EB9-43D9-A769-0098660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62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宿主机正常，容器访问失败吗？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5B785-7071-486B-B8B3-F02DBC3E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A6797-5EC6-40D3-9AA3-A0AB139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9C22D-23B4-4144-A32D-FAB6E913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957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E0F8B-DEDD-4BEA-9733-46DD647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3462A-16DF-436B-B064-D132CF5D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原因概率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02D46-EF1C-4246-BA61-C1B7A589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29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  56.0% → 95.2%</a:t>
            </a:r>
          </a:p>
        </p:txBody>
      </p:sp>
      <p:cxnSp>
        <p:nvCxnSpPr>
          <p:cNvPr id="63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620125" y="29146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20125" y="4248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CDA050-6F21-4BD8-9D51-359389C8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957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读取条件概率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B0434-EFFD-4468-BF06-B5FB9ED3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回答进入图谱后：新增 Observation  →  贝叶斯更新  →  原因重排  →  选择下一问</a:t>
            </a:r>
          </a:p>
        </p:txBody>
      </p:sp>
    </p:spTree>
    <p:extLst>
      <p:ext uri="{BB962C8B-B14F-4D97-AF65-F5344CB8AC3E}">
        <p14:creationId xmlns:p14="http://schemas.microsoft.com/office/powerpoint/2010/main" val="519378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77EB0-DFD7-4225-A7C7-4942D4D0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A080-79A6-477E-86A2-69F4789E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核心算法：问哪一个问题，才能最快缩小原因范围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2B4D0-7461-47A2-83D4-8D662AD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92668-61E9-4BBB-8D07-FF4EE2A8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F7B5A-2CE7-45DE-B229-675B65D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选择问题 = 最大化问题效用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A84C-1782-45C4-8E52-63486BB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信息增益衡量一次提问能减少多少不确定性。第二版进一步考虑用户能否回答、检查成本和风险。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89112-B3D3-4071-8CB5-BB539C78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533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5B9FC-D6CC-401E-B922-A8E02CC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 H(C | answer)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D9D4A-2FED-4EFA-86AB-260A8EFE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334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4FACF-5B19-40A4-8AE7-792CB7A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Utility(q) = IG × 可回答率 − 成本惩罚 − 风险惩罚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E74A9-65FE-4BC5-B459-AE49CB29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固定案例的第一次选问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94243-0844-40F3-937C-7324FB3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762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B83B3-85FD-4E82-9A0A-05F61A97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19325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宿主机访问 Ollama 正常，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但 Open WebUI 容器使用当前地址访问失败吗？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2B97-0813-43FA-8B0E-64DE96C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29DC6-E85D-4CA6-BB8A-62D5FB7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理论信息增益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1274D-0572-422F-97CD-7740207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6ABB7-683A-43CD-BFD9-92BDFF5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09D35-6396-4896-8D2F-B22E1485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预计可回答率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C8C5A-37CD-45F4-BCD5-7CCBD7B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3584D-B94B-484D-9B5A-8EFCA67A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7D98F-CB57-4F59-BD77-3281F990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检查成本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45DD8-D9E5-4301-887D-EA11A81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B20A5-2566-45D3-8E0E-2FF8869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767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5F41-ED3C-4E5E-8391-0F121C4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最终效用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71B9C-1D5E-42A4-A0C1-A31A015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768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0.640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6AECE-C62B-4B18-8275-1E428D8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停止条件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D29F0-5E34-4E3E-B136-A9601C6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最高概率 ≥ 78%   ·   第一名领先 ≥ 20%   ·   至少 2 个有效回答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75A4C-1C60-4850-9FB3-70EBEA65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算法输出的不只是答案，还包括为什么问、回答后如何变化、何时停止</a:t>
            </a:r>
          </a:p>
        </p:txBody>
      </p:sp>
    </p:spTree>
    <p:extLst>
      <p:ext uri="{BB962C8B-B14F-4D97-AF65-F5344CB8AC3E}">
        <p14:creationId xmlns:p14="http://schemas.microsoft.com/office/powerpoint/2010/main" val="2104858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5B24BB-EE74-4C92-B124-6BDCB64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537FC-77AE-4BD9-ACE4-AF599DF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动态子图重放：一次回答如何改变检索结果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0C12-B9F4-4C47-9E5C-0E6D771F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DA88E-0F0F-47DF-A504-90631FB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E87BB-0519-4C29-AD56-CE6D9837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B8C03-5640-42DA-BDA6-5E1A13F7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039EC-7195-43F3-9185-46C8C881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6E92C-0258-42CA-A6A0-31B3C811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3E017-7CF2-4F5B-B658-74A213E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AD8B-FCF6-497A-BDC6-C52D366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AD582-6AEC-4D3A-8955-809EFD0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A02B4-85A2-4C5A-8E62-2F18F5D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E2280-168C-48ED-A14D-E8D7B30F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C0FF7-159A-4D56-8A1B-F07E182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AEE55-71FE-4EE6-94EC-C520EE0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D4EE1-B59D-411A-BD14-25C6071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B003C-4E35-4B7B-AFD2-44ED47F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6DBDE-4363-4E9A-925F-3307DFC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A2297-AE3D-4C6B-ADC9-13969A9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C62B8-64CD-4590-AF12-F8665FD9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DBA1C-B3B1-4EA2-9070-BB8BD0BF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3FA42-70F7-40A0-885F-5B8F8D0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CD2A1-37C3-4A59-AA90-103875A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F4CD6-B64E-45EA-AEB2-9B9846A1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AEB8B-4807-4007-9A80-5E8C7B3A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F14DE-E804-4120-A959-816D3FCC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0A044-6F3F-498E-B854-20A0131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D99AA-1AE2-4C6A-966F-C3534BA2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F0AF5-3218-4DEF-88EB-0961771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5DC1B-720D-4026-A459-C8D7C7AB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2937E-39EE-4679-908D-E899B4E1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6A5B6-C53B-4A3C-9AC2-79DA2C5C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E48385-5498-4B90-A763-BA09023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A35AD5-9F6B-447B-8E79-0ADA416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C5C7F-33E9-44ED-870F-3F7330EC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9C9CC-2D9B-4AAB-BD6B-81B9203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E865AA-AD8C-4DEB-BCCD-91B6C157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EB433B-928C-4E21-BED7-C604F105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C686B5-2176-4BB2-AB88-87041E9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63933-D1C4-40E4-BB51-9EDE8F5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EA11C-ACF3-43FC-B8EA-4447D92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3C1220-D393-464D-8397-9A9E668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A038F-F32D-4B26-81DB-7CB721D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21B684-3A7A-4C88-8909-5F491C5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D8532C-930B-42FE-A700-13B4287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A9D335-C131-4E6E-9868-F91C69A6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2D176D-9003-4EF8-A9B7-B3301AB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181837-045C-4A66-8436-B707DB5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D66188-E6FC-4C44-B894-5D0E38A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2CE5F9-1530-4949-825B-6449C18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7A584A-15E8-4385-B472-DE5397C4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E68AFA-D916-47FE-A31F-C553D6F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059854-A57E-4DE4-A825-C649ADAF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A621BA-DA69-44D0-9A34-9D0C55BB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927F6B-152F-4588-949C-AE4F7DAC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2DA9BD-888D-41A7-ACE0-157DE5B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34B31F-CF70-4036-9E91-AAB0F4C8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EB1DCA-9BDB-46E7-B790-2541055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3F51AD-CA0F-43D5-A8AF-8C8E702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FDF2CF-D227-41F1-97B3-A810C29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EF0C60-D27C-41BB-AD5E-BE7F76D5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50DFA5-3519-4E86-906E-6C7874EE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0DBF5C-4CEB-4E79-B636-AF138B7D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A2B191-6B85-4139-B643-361935F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</a:p>
        </p:txBody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9df07d8a54d41"/>
          <a:stretch xmlns:a="http://schemas.openxmlformats.org/drawingml/2006/main"/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7FBC8D-948B-488F-AB47-4ED81F9E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29521A-7C3F-4947-9E8C-9143E85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38CDBF-EFB6-42DA-B29F-0C88A207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A80461-E03D-4D14-BA5B-08E08A3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3B75E8-7A9A-4D7D-9534-044E504B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901BA7-E102-4CA3-9704-E0DD80A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16E93E-2C3C-4353-99AA-20D68E80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A602FE-A167-40C6-826D-439ECEF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80CB7C-945F-4140-9EFD-32494EB0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AA8FF8-C0FE-4610-B224-3A788CA1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E05FFA-54EC-4F65-88E9-3DF2EA5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026C46-FCB0-44BC-B4CD-7AC6CB7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FDFC4D-BDCF-4AA5-8029-9861D716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8653DD-5DDC-47D4-A414-2BC9B2FC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789455-D31B-4F06-A1FD-2C29810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E0228B-D736-4332-91AA-03519F9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96A0D6-ABF1-4DDC-9C87-44C9C01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8FF90E-9543-45E3-A864-BAC6E1F9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A13D91-1C10-4BD4-ABAF-372BE2B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F55590-5E81-4481-92D8-3951191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70AC16-C207-449A-BC2D-81E904F7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05180B6-1644-4DFD-B4AC-4C258C9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D8965E-3B04-483B-BBA8-3ACD6E20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ED22DB-95BD-4F34-8090-B2DB725D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1E306E-1E0D-45D4-A567-618B595A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A7A3546-E557-455B-B77D-751EF59B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805CA94-BBFF-43EE-835A-A4628445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8DED086-0DCD-42DA-B7FE-623A232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D4F195-23EB-4E90-9EC3-752D5CB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C8BEA5-1AA3-4492-A099-FA707E7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90F58D-92C5-464C-9B49-E13B742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6EF3271-07E3-46BC-9A56-EDACE5E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2E0C79-267A-4E8F-B5BF-1CEB15C4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E0429C-D460-4EDC-94CE-5EAAF4C0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0DF9D8-5BCC-43BE-AF28-B19CFF7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BD4E5B-76D6-4CDF-8018-AD86735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B19120-298B-4B85-A775-E4199C8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7BAF5B-B84C-4734-AD78-58478ED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EDB7CA-5DFB-4784-8A4B-A9DF7793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C642540-F3B1-4CA1-9535-52507464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77DD4F6-C2E7-4F9B-9A78-82AF8F3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F2E9EB-FF01-46EC-BC81-7AC04D5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FD99F40-44E6-46DA-B12D-0EC00F2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CCBB5A-7104-4762-AD75-1C98E82D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E0C2D2-0905-4739-9B39-F1CB7A74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81E6ADB-0E7C-40B8-9296-95E9C0F5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F77123-310E-43CE-9346-73B4104C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42B815-1288-4897-A424-9546A80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8AA841-DF52-4177-91EC-FF9BC3F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8CFD639-829B-4CF4-A34D-D794E68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6FB478-262F-4F5B-94FF-87587386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431684-6F9F-4A3B-9595-985E86F5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CF5F45-E210-4929-AD3D-063954A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968F9D-8B74-4B34-BCD6-293616A9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F68110-A2D5-49F4-AD0D-CF8BC0E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4C0920-90A6-4A0E-AEE4-09D0546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2ED62D0-ED3A-4785-A5E2-9E176F5D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9F4406-51F6-4215-89B0-6FE78BEE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8918FA2-B3BA-4D4B-878B-8FE209A5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7E5E7B0-D376-4071-B427-1BBE60F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3207149-B54B-4BA8-B55B-D0C7CF7B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37CE96-32E3-49B5-BE20-91083F4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AA37F2A-DCDF-4E7D-AA2C-251FA9D1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CFBA424-EB29-4E8C-B071-4983F4E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11536C4-0948-4FB2-B383-6738E4FA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D427BA9-4580-4F51-BE33-FBD9A6AC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27190CC-A442-428C-867E-76BEBEE2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</a:p>
        </p:txBody>
      </p:sp>
    </p:spTree>
    <p:extLst>
      <p:ext uri="{BB962C8B-B14F-4D97-AF65-F5344CB8AC3E}">
        <p14:creationId xmlns:p14="http://schemas.microsoft.com/office/powerpoint/2010/main" val="1870511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03EE19-BC96-42CE-81D5-51A17A06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C35BF-2680-4DFE-8D98-DB37C794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ACE39-F949-48DC-8DC6-2171D7A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5FB24-1496-4F66-BD7F-4DE33CEF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E79E1-2E19-4FB8-A6E7-A359684C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33262-87A5-462F-955B-FEDAC1E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36c74de674c35"/>
          <a:stretch xmlns:a="http://schemas.openxmlformats.org/drawingml/2006/main"/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7EFC9-17BB-4DB6-846C-F0068F5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</a:p>
          <a:p xmlns:a="http://schemas.openxmlformats.org/drawingml/2006/main">
            <a:pPr algn="ctr"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A04D4-B495-4466-BC70-169FE135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63129-B8F8-42E7-B6DE-779AD7C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</a:p>
          <a:p xmlns:a="http://schemas.openxmlformats.org/drawingml/2006/main">
            <a:pPr algn="ctr"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</a:p>
        </p:txBody>
      </p:sp>
      <p:cxnSp>
        <p:nvCxnSpPr>
          <p:cNvPr id="8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18197-7A3D-4F4E-A60F-CCBBF0CA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3ED3E-8549-47D2-A6A0-0B3FE1D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F0A00-1CA1-41E0-9DCC-57D39D0C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B9D28-E07D-4A2A-831B-93422D9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53C0B-79B8-4DE5-8D8D-488E24F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9FF17-D21C-4A90-8D5D-1A3DE5D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EFDA7-8D01-4C1D-8444-205C7D28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D2A4C-2E7C-4B50-AD50-B00B898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E421C-7022-47EA-800D-98528F81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685BE-0C67-4293-AE74-4B3FB3F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878A5-5C77-422C-881C-66E47223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EBDD7-4B68-43DB-B997-F60A667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B4794-4DA1-4AA5-B35B-B4366DA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94F79-24CB-49EE-859F-8F532268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A9A70-A15A-4502-BEF4-AF3C082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797C6-609A-46AA-9AA7-ED20D5F7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6FA16-9E20-431E-9B32-F6FF47C9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21B1CA-49F2-428F-86D0-16618F55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5ECB2E-FEE6-4979-B022-815ABDBF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9598C-0B7B-470D-8055-F541812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525B69-D086-494B-86FD-6C9E406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4644A-B110-45EA-86CC-EC9CF405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8A44CB-831C-440C-976C-4514EBB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C9A854-1E3E-4DB6-A6DF-10B70DA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BAE4C4-D68B-4F3E-8E1C-296C30F7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C0EAF-3FBC-4182-B3FE-24DB95D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2CC6C8-DBCC-467F-BDB8-F90F053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2180C2-4C82-449B-A167-4C705D8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83CD2C-5DAD-4DA4-BC26-02A0D5F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0F0155-9412-4F0F-967E-2EBECF0F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ADFF30-A7D6-4782-B827-512DA122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D58594-1DFF-4D51-8A34-3146040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D2FD65-B3C3-4263-9845-2B0F13F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6D4F46-42FB-425F-A44A-E963A14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C1EA49-F1B4-46B3-94BE-A3635F64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1F3B27-18A5-45B3-9160-FD1902A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EBC576-35C4-4322-883E-40672478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3479F3-5772-4F82-967D-1479F9D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43F012-B4DF-4124-97FE-EC930131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6ED45F-C5D6-4C7A-B12F-CCBF17D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255A3B-F441-4BCA-B888-03733B53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0B325C-DF9B-48EB-8292-56F298D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62EC1B-E89B-4A6A-BBF2-413772AA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13FF2C-8F51-4F51-992E-40A45814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93CD7A-5993-446D-8C61-588A57B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0AC47A-4BE2-4D4D-9166-347140B3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9B01A3-663B-40DF-A16E-9B4F30C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68485D-E45C-4F77-B43D-256E4F3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06E9AF-89D3-4029-A534-23ED1FD2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726BE9-16B4-46ED-9A30-4D1F74D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144131-45C2-4FAA-A4E9-0CD7F0DD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1B5E96-436B-47FE-8DFF-96C9A54A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B9F9F2-A482-42E6-A701-FCEC2049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B9A154-C2DF-4501-AED1-CFFCD91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778338-38A3-4B61-8B43-E61D73DE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4DCDE5-A42D-4A51-A2AA-0E0CF1D7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406E5B-337E-4497-B16E-A6D6CB0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EC28E3-3E34-4EA3-BA53-23E12A7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7717CF-3E2D-4ACB-A19E-ACE3155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5AEC52-9FDA-4697-8644-C38CE1E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575A1C-B4EA-4E80-A943-3D9F558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3C94CA-45E4-4717-AE47-5EC4C96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130080-D65E-470E-B192-55D8B2F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539F116-2166-4CF3-9B8C-BC4D5A7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C32162-346D-4ABD-AB83-C3DF121D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F0193B-5C68-4F23-9A79-4039C69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F79E4A-0441-4471-9B06-612DD97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</a:p>
        </p:txBody>
      </p:sp>
    </p:spTree>
    <p:extLst>
      <p:ext uri="{BB962C8B-B14F-4D97-AF65-F5344CB8AC3E}">
        <p14:creationId xmlns:p14="http://schemas.microsoft.com/office/powerpoint/2010/main" val="1479132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922E61-9522-413B-B75B-AFF15B11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BF151-A813-40D0-A048-A9D4CE0D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6435-A113-4724-B3E7-ADB3BDAF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66DD-4778-462D-9475-CFEA015B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444D-143A-4046-8F5C-701B0E3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594f2f8f24c41"/>
          <a:stretch xmlns:a="http://schemas.openxmlformats.org/drawingml/2006/main"/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1A486-79D4-429A-92C8-E5220F0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4B318-F570-4FD8-85AD-CD1D05D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C18BB-0F61-4AA1-9BED-00766A9C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D3C88-FDED-41B3-82B8-881CF9B7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2E17C-A9D5-4FE4-B079-45F2F1A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474E8-7EC6-4898-B1EE-1993F3B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B19D1-8739-4384-84FC-4F675CA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E1054-8707-4DC9-9EF6-077772C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62AB2-CD2A-4DBF-8C30-C5D1D83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8CB8B-7C29-4788-9A27-08ABF91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93F09-62E1-4199-A065-DE804D0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3C4DA-6A7D-48AC-B969-3753E483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E8EAC-61B9-4D9D-9DC7-49540E63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684CF-B835-4923-96A4-D3D768B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57FF2-1D3B-4468-8B96-5D624091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2E05E-35F2-43C7-83C9-FC52D31A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</a:p>
        </p:txBody>
      </p:sp>
      <p:cxnSp>
        <p:nvCxnSpPr>
          <p:cNvPr id="12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12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9F2B1-B2BB-43F3-A187-8FE160C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5A91D-4E6B-42D4-8561-0FB69CE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E0BBD-3559-4669-B803-D3613CF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8664A-5FD1-487C-A180-3F08877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9D933-FD41-430B-BF3B-FF4BA89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40D3DC-D3B6-496F-8477-A50ADDDB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1CDC5-8A04-4D7E-8853-1C5F1709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F495B-B752-4C80-A77E-4E9501B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C53622-214D-418C-8269-40A77C2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537754-B4C4-447F-85B3-E44B2B8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952629-FD95-43B6-8358-5846508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D6D582-C280-4001-8125-D746543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8C5D82-F9E1-4C0B-8B0F-662D20A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5BA2CA-6768-4320-962D-97B0EE35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3AB75A-567F-4CC6-B33B-12EF67D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9771B2-14DB-4298-90B9-D8F9387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5CB703-ABA4-4B3D-80BF-8F840D3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4745AE-EDAF-4B60-BD32-CBD2FEB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362E11-30BE-447B-AB89-FEC66A7A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8013C5-DB9E-4CCB-9F78-242EEED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6196D1-91CC-4FAA-87E2-B0DE97E6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3AF64E-EAC7-4589-8505-2634ADA5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871C99-9B0B-42CB-8A2A-157992C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BD0AB2-C721-4069-BFCD-6B5B46E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3EBC03-D91F-4AE3-B381-0E695F74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47F8D6-365D-45CE-95FF-76C6031C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047DA3-B120-488B-8152-582EF15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0DB52C-AE8F-4E09-88CC-C30A01BB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B77496-4A68-4558-B8D5-B377248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BB567D-1E50-493F-8390-C53DE3F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705478-B584-4589-8A49-3EEF7FF0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B9D8F9-278E-451D-8743-7D9EBB37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045FC6-33D1-4B6E-B684-F1EE31F9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96.9%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C3A34B-1860-4FC7-AB47-11FAEABE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20505C-B0D3-4A5A-A63A-7FCF9FA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853285-A75F-4C5E-BA0F-E06B526A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D0D961-D001-4BBA-BE5F-A0558F3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4D5695-C9EC-42FB-88C8-AF8EAAD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CE01B4-BD0F-40F8-9F2B-B5DF4BA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32C577-1FA2-4CDF-9579-0262A73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445E69-2AA3-41EC-935F-BF860EE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623427-DEED-4511-B80A-BC0313F5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97AAE8-6F71-4D6F-9472-4EF1DCBD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0BF278-5170-41ED-8548-70EB35B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619633-3E6C-4045-ABC4-32E7CCA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7A2C49-9AC7-4924-AC39-4234C44A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ABDB3D-6C78-4134-8361-B9DB3F2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535B32-18F0-4618-A496-673BC4C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FE31F3-4277-4DB1-9CAB-4C033925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DB67C1-1879-4375-B5F1-1D1BED8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9DC269-76EE-4048-9A79-8B267198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FF23AA-F7D3-4905-B130-F8CBED4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B1188F0-FA87-4287-B171-E343D22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38139B-57B8-4110-94CD-EC3839E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34B6D6-0BB1-49C3-A83D-6EE062BC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F1DDB1-5937-4FAC-BF8C-AD214B36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DB6B42-41D2-4CB6-8C1A-959A58A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D0F310-96E6-4E54-A4D5-437F165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D90968-FC99-49D1-8F3E-E412CD74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0D1C54B-1CA3-4424-9289-D971A653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F185E0-9EE7-489B-99FC-6B75081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F62CE-18A4-4A49-915F-66DF196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4619AD-664E-406F-B951-00FB1F56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C31E6F-DDE8-4859-9117-D652939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3BED62E-8652-4EFF-95AE-F971C5B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A9E79C7-FF10-48DF-A8AB-9D6F54D3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3DBAD3A-B7B9-40D6-89D7-DC0EB3B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D0047F-5D25-4A82-9C94-098A1E44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D45968-8D1B-4C95-8F21-57069768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15EB98-F449-42A0-90ED-DC297B4B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A72DFB-1BBF-4F7D-B61F-41397EF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530EF7-6567-43A2-ABEF-AA22CB7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62FD89-5E32-4A6A-B071-F3C435F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35DF09-485F-42A0-9D37-7BD29AF2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AC28936-0527-4109-A5F3-8B62543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3724C8-72F5-4F38-B52F-45123EE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</a:p>
        </p:txBody>
      </p:sp>
    </p:spTree>
    <p:extLst>
      <p:ext uri="{BB962C8B-B14F-4D97-AF65-F5344CB8AC3E}">
        <p14:creationId xmlns:p14="http://schemas.microsoft.com/office/powerpoint/2010/main" val="239983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15A24D-BA2A-4194-AE23-A881184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488F-6AA8-4BA4-9679-D660ED91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实验结果与最终结论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ADEA9-2994-45E9-B91F-CAB3161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B203F-8990-42DA-BB80-7462B3FC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221DF-C96B-4735-A8FC-6FEDE8BC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当前完成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A5335-FE6E-40E5-A350-C313F50B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90ED-CCC9-42D0-8543-508175C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四层、15类节点的受控因果图谱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C7CFD-F96D-46E2-BA99-8209B04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E9EE2-654F-4DC8-AD1A-69E63433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可回答性感知的信息增益选问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CF62C-349D-4FB4-B47E-A4D75F1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2DA10-ED9B-4183-A05E-D8151F9F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轮次级候选概率与子图轨迹记录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885E9-B856-46A6-A095-57390B0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FA808-065C-49C2-8CA8-EB88C5E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原因到检查、修复、风险、来源的证据链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0BD8B-DC08-4E0D-BDEE-E55BB3F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9545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896D-27E9-4F8B-86DF-DCD4BDA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335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实验边界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D683F-7B4B-4999-A695-68F4EDFE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42 条案例已参与开发调优。15 条案例的首问发生变化，但当前结果不能表述为真实环境准确率。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14C42-BE50-4B95-9078-E3998C9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25A53-DAC0-4EBA-94C9-433BCAEB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引入新的外部真实案例，重新校正条件概率、可回答率和成本参数。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7385C-7F57-453A-9BB9-1B42FBF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再用未参与开发的冻结测试集，验证信息增益策略能否稳定减少追问并提高定位质量。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EF8AE-B07F-4DF7-9A80-8572B184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 的成果不是“一个会回答报错的聊天框”，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而是一条可观察、可解释、可复现的动态诊断路径。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04630-5BE1-4FE5-B321-BA74EF0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5C520-D9E8-4BBE-8AB0-6BBE01A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 条首次冻结测试：Top-1 定位率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8CFF0-2617-492F-A701-9CF86E64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不追问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ED589-1480-40C8-907F-3090845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4787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F854A-70B8-422F-9144-7B1B1533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47875"/>
            <a:ext cx="25908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EAFAC-4FC1-4936-A628-7B0BAEBB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50.0%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66A3B-1FA8-4B70-8797-0D922165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固定顺序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D6629-5909-4370-B649-08B2C411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F229D-2CC7-4BEA-AA46-9659041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E9EEA"/>
          </a:solidFill>
          <a:ln xmlns:a="http://schemas.openxmlformats.org/drawingml/2006/main" w="11430">
            <a:solidFill>
              <a:srgbClr val="6E9E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B1F4F-CF79-4DDA-BE2C-1C73F7F5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431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6E9E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6E9EEA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0169CC-3655-4696-934D-6B9B4980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随机追问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8715AE-0934-4E08-BCFA-05B0BAC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3372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A31465-FC72-439C-BD97-CD5D3743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33725"/>
            <a:ext cx="312968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E05C84-1A64-4BDA-BE39-BAA0F35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60.4%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2077B9-BF04-4515-9CE8-97DB0198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纯信息增益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576183-4AC2-4731-AB50-FA5F458E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76650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89FC2-A4EE-4124-89AB-118BB03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76650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B016F-81B2-4B0F-B545-0E2F0E5B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290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089FB6-998B-4067-B781-9D22A3D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完整策略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246B7-90E4-493C-9FAE-FD2DC37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5181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C593D8-9197-4C1D-B541-0BF22563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33317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CD3905-EBA1-4B3E-BA3A-6563F4B4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64.3%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BD7F16-941D-46B6-B20A-9F4B45C7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315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06789B-2BA8-44B7-9339-9FA070F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结果边界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A35EDA-7460-4FF7-AAD9-B61CEDE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72050"/>
            <a:ext cx="584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主动询问优于不追问，但策略之间尚未拉开差距。该批数据已参与开发反馈，不能再次作为无偏测试集。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4F6DE6-D210-4F24-882D-E32C1E9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D39B7A-7D2C-47D9-B265-157AB21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95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最终完成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CB93D0-819D-4793-9E93-B911551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FB6C7C-ECFA-4188-AEFD-A10A8118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9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图谱可解释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AE57E5-7067-4754-8E92-2D0869C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D9A5BE-CFB1-42A0-B8DD-471D8ED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79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2C642A-4097-48E0-B233-93F3D2C6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47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过程可回放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F05E00-64BD-42C5-BA92-BDE1580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56.0% → 95.2% → 96.9%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F26D09-0D60-4C3A-9AD2-5AD3AA5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DA2242-5F98-40D0-847A-485631B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86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输出有边界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DE370-B03E-4A17-B6FC-B23A0C4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9条合法结构通过，24条非法结构拒绝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AF13DB-550B-4AB2-A83C-8A8741EB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DEFD7A-5F8C-4A6A-8212-11C7265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工程可验证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A7841C-0C37-4827-A225-86E0C93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73项自动化测试通过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6DBA8B-0B5C-4EE1-8587-4B71E05C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DebugPath 最终交付的是一条可解释、可回放、受证据约束的动态诊断路径</a:t>
            </a:r>
          </a:p>
        </p:txBody>
      </p:sp>
    </p:spTree>
    <p:extLst>
      <p:ext uri="{BB962C8B-B14F-4D97-AF65-F5344CB8AC3E}">
        <p14:creationId xmlns:p14="http://schemas.microsoft.com/office/powerpoint/2010/main" val="953453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2026-09-13T07:28:10.7570000Z</dcterms:created>
  <dcterms:modified xsi:type="dcterms:W3CDTF">2026-09-13T07:28:10.7570000Z</dcterms:modified>
</coreProperties>
</file>