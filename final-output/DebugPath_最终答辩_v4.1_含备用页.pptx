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3322a5d19e405b" /><Relationship Type="http://schemas.openxmlformats.org/officeDocument/2006/relationships/extended-properties" Target="/docProps/app.xml" Id="R41788fb090954359" /><Relationship Type="http://schemas.openxmlformats.org/officeDocument/2006/relationships/officeDocument" Target="/ppt/presentation.xml" Id="R82aa53f72192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839e5d41c443ee"/>
  </p:sldMasterIdLst>
  <p:notesMasterIdLst>
    <p:notesMasterId xmlns:r="http://schemas.openxmlformats.org/officeDocument/2006/relationships" r:id="R0e56d28a09c84937"/>
  </p:notesMasterIdLst>
  <p:sldIdLst>
    <p:sldId xmlns:r="http://schemas.openxmlformats.org/officeDocument/2006/relationships" id="256" r:id="Rce2640377dd04617"/>
    <p:sldId xmlns:r="http://schemas.openxmlformats.org/officeDocument/2006/relationships" id="257" r:id="R9ae12ca4e7804bad"/>
    <p:sldId xmlns:r="http://schemas.openxmlformats.org/officeDocument/2006/relationships" id="258" r:id="R801eab7edfec47a6"/>
    <p:sldId xmlns:r="http://schemas.openxmlformats.org/officeDocument/2006/relationships" id="259" r:id="R6569d43031654014"/>
    <p:sldId xmlns:r="http://schemas.openxmlformats.org/officeDocument/2006/relationships" id="260" r:id="Rd13da7e3b97e41bd"/>
    <p:sldId xmlns:r="http://schemas.openxmlformats.org/officeDocument/2006/relationships" id="261" r:id="Re5e6a2eb6b204968"/>
    <p:sldId xmlns:r="http://schemas.openxmlformats.org/officeDocument/2006/relationships" id="262" r:id="R92f273576b6a4909"/>
    <p:sldId xmlns:r="http://schemas.openxmlformats.org/officeDocument/2006/relationships" id="263" r:id="Rc2ff80a431b646ec"/>
    <p:sldId xmlns:r="http://schemas.openxmlformats.org/officeDocument/2006/relationships" id="264" r:id="R4199cb8b939d4c2c"/>
    <p:sldId xmlns:r="http://schemas.openxmlformats.org/officeDocument/2006/relationships" id="265" r:id="R920cb3662e3549ea"/>
    <p:sldId xmlns:r="http://schemas.openxmlformats.org/officeDocument/2006/relationships" id="266" r:id="R7c372de523064fca"/>
    <p:sldId xmlns:r="http://schemas.openxmlformats.org/officeDocument/2006/relationships" id="267" r:id="R521eb106f62a40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e58ed73fa4661" /><Relationship Type="http://schemas.openxmlformats.org/officeDocument/2006/relationships/slideMaster" Target="/ppt/slideMasters/slideMaster1.xml" Id="Rc6839e5d41c443ee" /><Relationship Type="http://schemas.openxmlformats.org/officeDocument/2006/relationships/notesMaster" Target="/ppt/notesMasters/notesMaster1.xml" Id="R0e56d28a09c84937" /><Relationship Type="http://schemas.openxmlformats.org/officeDocument/2006/relationships/presProps" Target="/ppt/presProps.xml" Id="R46cadd05b8db4795" /><Relationship Type="http://schemas.openxmlformats.org/officeDocument/2006/relationships/viewProps" Target="/ppt/viewProps.xml" Id="R7d15887cc5ae4ef8" /><Relationship Type="http://schemas.openxmlformats.org/officeDocument/2006/relationships/tableStyles" Target="/ppt/tableStyles.xml" Id="Ra3554649b4c84b5c" /><Relationship Type="http://schemas.openxmlformats.org/officeDocument/2006/relationships/slide" Target="/ppt/slides/slide1.xml" Id="Rce2640377dd04617" /><Relationship Type="http://schemas.openxmlformats.org/officeDocument/2006/relationships/slide" Target="/ppt/slides/slide2.xml" Id="R9ae12ca4e7804bad" /><Relationship Type="http://schemas.openxmlformats.org/officeDocument/2006/relationships/slide" Target="/ppt/slides/slide3.xml" Id="R801eab7edfec47a6" /><Relationship Type="http://schemas.openxmlformats.org/officeDocument/2006/relationships/slide" Target="/ppt/slides/slide4.xml" Id="R6569d43031654014" /><Relationship Type="http://schemas.openxmlformats.org/officeDocument/2006/relationships/slide" Target="/ppt/slides/slide5.xml" Id="Rd13da7e3b97e41bd" /><Relationship Type="http://schemas.openxmlformats.org/officeDocument/2006/relationships/slide" Target="/ppt/slides/slide6.xml" Id="Re5e6a2eb6b204968" /><Relationship Type="http://schemas.openxmlformats.org/officeDocument/2006/relationships/slide" Target="/ppt/slides/slide7.xml" Id="R92f273576b6a4909" /><Relationship Type="http://schemas.openxmlformats.org/officeDocument/2006/relationships/slide" Target="/ppt/slides/slide8.xml" Id="Rc2ff80a431b646ec" /><Relationship Type="http://schemas.openxmlformats.org/officeDocument/2006/relationships/slide" Target="/ppt/slides/slide9.xml" Id="R4199cb8b939d4c2c" /><Relationship Type="http://schemas.openxmlformats.org/officeDocument/2006/relationships/slide" Target="/ppt/slides/slide10.xml" Id="R920cb3662e3549ea" /><Relationship Type="http://schemas.openxmlformats.org/officeDocument/2006/relationships/slide" Target="/ppt/slides/slide11.xml" Id="R7c372de523064fca" /><Relationship Type="http://schemas.openxmlformats.org/officeDocument/2006/relationships/slide" Target="/ppt/slides/slide12.xml" Id="R521eb106f62a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e3f04d466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e764134de8464d" /><Relationship Type="http://schemas.openxmlformats.org/officeDocument/2006/relationships/notesMaster" Target="/ppt/notesMasters/notesMaster1.xml" Id="Rfd4909ed022f42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1806d774b44c14" /><Relationship Type="http://schemas.openxmlformats.org/officeDocument/2006/relationships/notesMaster" Target="/ppt/notesMasters/notesMaster1.xml" Id="Rb0574a252a7849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b9f8abac141a7" /><Relationship Type="http://schemas.openxmlformats.org/officeDocument/2006/relationships/notesMaster" Target="/ppt/notesMasters/notesMaster1.xml" Id="R49272eb9fbc5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fb914b678c452d" /><Relationship Type="http://schemas.openxmlformats.org/officeDocument/2006/relationships/notesMaster" Target="/ppt/notesMasters/notesMaster1.xml" Id="R637ad598b82042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56506ad4aa43f7" /><Relationship Type="http://schemas.openxmlformats.org/officeDocument/2006/relationships/notesMaster" Target="/ppt/notesMasters/notesMaster1.xml" Id="Ra7e672a1f0e0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4dc6fcc3ee4020" /><Relationship Type="http://schemas.openxmlformats.org/officeDocument/2006/relationships/notesMaster" Target="/ppt/notesMasters/notesMaster1.xml" Id="Rf6b4de61b2da4f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7c8871b2a4bdd" /><Relationship Type="http://schemas.openxmlformats.org/officeDocument/2006/relationships/notesMaster" Target="/ppt/notesMasters/notesMaster1.xml" Id="R4df483709022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094761a5eb4a46" /><Relationship Type="http://schemas.openxmlformats.org/officeDocument/2006/relationships/notesMaster" Target="/ppt/notesMasters/notesMaster1.xml" Id="R98c20a088b7848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f93012f70f4635" /><Relationship Type="http://schemas.openxmlformats.org/officeDocument/2006/relationships/notesMaster" Target="/ppt/notesMasters/notesMaster1.xml" Id="R5956be2d2a0143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64b7955b874188" /><Relationship Type="http://schemas.openxmlformats.org/officeDocument/2006/relationships/notesMaster" Target="/ppt/notesMasters/notesMaster1.xml" Id="Radb9c67f939a43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279202af624f14" /><Relationship Type="http://schemas.openxmlformats.org/officeDocument/2006/relationships/notesMaster" Target="/ppt/notesMasters/notesMaster1.xml" Id="R0ed9369f1faf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220a070844ed3" /><Relationship Type="http://schemas.openxmlformats.org/officeDocument/2006/relationships/notesMaster" Target="/ppt/notesMasters/notesMaster1.xml" Id="Rc66f329e3e1e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看三种关系，而不是节点数量。HAS_POSSIBLE_CAUSE从故障指向可能原因，决定当前诊断需要进入哪一片候选子图。CHUNK_SUPPORTS_CAUSE从BM25命中的证据片段指向原因，用文本证据形成初始排序。OBSERVATION_SUPPORTS从用户回答形成的观察指向原因，边上保存P（观察结果｜原因），并在每次回答后参与贝叶斯更新。底层因果图谱并未在对话中重建，变化的是当前会话候选子图里的节点激活状态、原因概率和排序。来源：docs/final-defense-evidence.md；docs/causal_graph_design.md；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在老师追问参数依据时使用。原始0.80是图谱构建阶段的启发式值。开发集中两条Python版本不兼容案例里，目标包都不可见，因此包可见的原始频率是0除以2。由于两条样本不足以支持零概率，我们使用加1拉普拉斯平滑，得到(0+1)/(2+2)=0.25。该数值属于小样本开发集的保守估计，用于诊断排序，不解释为真实故障概率。仅修改这一条件概率的开发集消融中，Top-1从89.3%提升到92.9%，但同一开发集参与了参数选择，因此不能作为无偏测试结论。来源：docs/calibration.md；data/evaluation/calibration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dbe830942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b5feab41241e1" /><Relationship Type="http://schemas.openxmlformats.org/officeDocument/2006/relationships/slideLayout" Target="/ppt/slideLayouts/slideLayout1.xml" Id="Re38400fae96145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400fae96145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447c2766d4463" /><Relationship Type="http://schemas.openxmlformats.org/officeDocument/2006/relationships/notesSlide" Target="/ppt/notesSlides/notesSlide1.xml" Id="Rbac5bd6223884c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4557cb354644" /><Relationship Type="http://schemas.openxmlformats.org/officeDocument/2006/relationships/notesSlide" Target="/ppt/notesSlides/notesSlide2.xml" Id="Rb122f09678d9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71681e9bd4a9b" /><Relationship Type="http://schemas.openxmlformats.org/officeDocument/2006/relationships/image" Target="/ppt/media/image.png" Id="Rd13804d7cedf4c31" /><Relationship Type="http://schemas.openxmlformats.org/officeDocument/2006/relationships/notesSlide" Target="/ppt/notesSlides/notesSlide3.xml" Id="R4f0d531b16ce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8081c19447a2" /><Relationship Type="http://schemas.openxmlformats.org/officeDocument/2006/relationships/notesSlide" Target="/ppt/notesSlides/notesSlide4.xml" Id="R3c29c82c76c6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ec9dab764135" /><Relationship Type="http://schemas.openxmlformats.org/officeDocument/2006/relationships/notesSlide" Target="/ppt/notesSlides/notesSlide5.xml" Id="Rcf677c74f2cf42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d4b2709447c2" /><Relationship Type="http://schemas.openxmlformats.org/officeDocument/2006/relationships/notesSlide" Target="/ppt/notesSlides/notesSlide6.xml" Id="R6f92008e4a3f4c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c2a8bc7dd4b13" /><Relationship Type="http://schemas.openxmlformats.org/officeDocument/2006/relationships/image" Target="/ppt/media/image2.png" Id="Rf28653860aa04e3d" /><Relationship Type="http://schemas.openxmlformats.org/officeDocument/2006/relationships/notesSlide" Target="/ppt/notesSlides/notesSlide7.xml" Id="R9eda5c0a915c4e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da8a7c80c49e0" /><Relationship Type="http://schemas.openxmlformats.org/officeDocument/2006/relationships/image" Target="/ppt/media/image3.png" Id="R31be3817a39341e5" /><Relationship Type="http://schemas.openxmlformats.org/officeDocument/2006/relationships/notesSlide" Target="/ppt/notesSlides/notesSlide8.xml" Id="R9e0ffda8105f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4f9f2568b482f" /><Relationship Type="http://schemas.openxmlformats.org/officeDocument/2006/relationships/image" Target="/ppt/media/image4.png" Id="Rdb6c3b201ead4b6b" /><Relationship Type="http://schemas.openxmlformats.org/officeDocument/2006/relationships/notesSlide" Target="/ppt/notesSlides/notesSlide9.xml" Id="R461469656348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3db962ad7404b" /><Relationship Type="http://schemas.openxmlformats.org/officeDocument/2006/relationships/notesSlide" Target="/ppt/notesSlides/notesSlide10.xml" Id="R93065b211a944f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ea8bcd744ae5" /><Relationship Type="http://schemas.openxmlformats.org/officeDocument/2006/relationships/notesSlide" Target="/ppt/notesSlides/notesSlide11.xml" Id="Rf463a669522e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0af438e374aba" /><Relationship Type="http://schemas.openxmlformats.org/officeDocument/2006/relationships/notesSlide" Target="/ppt/notesSlides/notesSlide12.xml" Id="R504ad3f99615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804d7cedf4c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3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95118E-00EE-40D0-BC4B-18E019B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EF2E-1F0D-4DCB-B17E-81CC914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2261-1E2D-4048-B7A9-CFC690B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38A2-DA76-48F2-AC9A-C1C7D68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172F-F4A1-4652-91AF-FA1C420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616F5-4D65-40BB-B8B3-957D732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0003-9A4F-4B58-A5FC-06AB19A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906">
            <a:solidFill>
              <a:srgbClr val="216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E443-B854-4BF0-8DB9-1FA0E2B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31B9-98DF-46CB-8698-31D4788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B5D8D-18BA-471E-B7FA-2991070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4F94-39FF-4B7A-82EE-1B7EC07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669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ADEC4-AF8C-4D83-9EE4-153A236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743E4-662B-47F3-9390-FEB3762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16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7218D-1390-47A0-8231-98A9FBF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23DB-6D5C-40EB-84AF-516DF6D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4C4B-B9C5-4D82-B5B3-7EACE8C9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按故障关联抽取原因，生成本轮候选子图。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CAC9-EF3F-4BA9-9319-1AC3873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906">
            <a:solidFill>
              <a:srgbClr val="1596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D703F-C394-4BA0-963E-AF7934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47C7-899D-4FB2-AB83-504622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00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0A888-4A97-40A2-9796-62BE938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5277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68896-E09F-409A-AD61-5DB17E5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04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DF35-C668-4535-B50D-D235F6D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94935-DA8F-4B4E-B037-86FC1CE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966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CBE92-D23E-4523-93C7-408A82F0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05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2FB32-DA1E-4BED-801D-385E685C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C2ED4-078F-48DC-A6D7-C04FEB3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BM25证据映射到原因，与图谱先验融合后得到初始概率。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BC0-8060-4FD1-9A02-F9C6271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906">
            <a:solidFill>
              <a:srgbClr val="F04B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DACF3-A9E6-49E8-9FA6-1E7443D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32CE3-6226-45F6-A54B-AB9DB8C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CDCAB-F432-4645-B219-B29E977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862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603D-D1B1-4DC2-B6DC-1110D38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338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69E5F-D2C9-4CBE-B301-1A9BC80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C370A-FA19-4D11-95A5-00C7D04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F04B4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017A5-48EE-442B-A313-5DA3A7D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38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57FA-F155-4547-BD5A-72E6065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5EB8E-B580-409C-8E72-804CC8CA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回答提供条件概率，贝叶斯更新后对候选原因重新排序。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6A698-CAE4-42BA-8487-5F89DEB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0478">
            <a:solidFill>
              <a:srgbClr val="66788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8C22E-3955-4446-AEA6-AA2C90A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8AE6A-EF52-46DD-9DB6-F7DB551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69F98-6871-4609-8D4F-D613FE1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5123A-404B-4614-BD16-6A01831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3CCDF-AF71-48D5-96BE-B1F8479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7FBF1D-8B15-49DA-BBD0-CEC7BAE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48250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41AA77-D3BE-4038-B067-DFD3272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339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7838D-AF26-4832-8481-F36CFD0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93324-274D-4B7B-BB37-C0BDD26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265ECA-3F50-46EF-B0CD-ABAAD71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5953B5-C10B-4CC0-B8E9-B260245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585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45104C-15E3-4DF3-BFF1-71A0B1B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4835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关系结构保持不变；本轮候选子图改变节点激活状态、原因概率和排序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653860aa04e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45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e3817a39341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49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45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c3b201ead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62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63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64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265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F0C-35F1-4396-9F90-9AA0ADA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06DD-97B9-4415-81F6-A8CED2B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A85D-3E6F-4340-8AE4-08A83F2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备用：0.25如何由案例计算得到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2B28-7B7A-4514-9117-A50201D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3086-F57E-475E-A54F-28427D9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259C-BE93-495B-A30B-147A6C6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1430">
            <a:solidFill>
              <a:srgbClr val="DDE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F4F7-B226-4C88-81F7-666F55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95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493-6C3D-40E6-A4E3-90AFCA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原始0.80是启发式值；0.25来自两条开发观察与拉普拉斯平滑。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8D06-6399-4754-AA58-E390E1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计算依据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38EE-9A2D-413A-905B-8B503F4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4B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7AF2-13B3-4524-9A98-3AE9485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原始图谱参数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FF51-2C10-4C38-922B-73DFD85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D6-2788-432C-9E6D-6764435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人工启发式值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没有真实频率支撑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7A45-2B21-4540-AB41-0FECC4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09C1-F871-4F6F-A22E-ABCC814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6D043-4411-44B7-B089-5803CCB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开发观察  n =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7B17-AD79-450C-9A2B-32759E3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3.12：包不可见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E3BE-ADAF-440F-8000-7409A8A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3.13：包不可见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AEE4-EBAE-48CB-B74B-536E8F0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正例数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B2BA3-56DF-4EC3-A57B-6B2F505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0ECD-1ED5-4A99-991B-5E19668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697C-8A3B-4627-BF1F-F511C0A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原始观察频率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5171-33BE-4A7F-80CF-09A3A9B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 / 2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7CEAB-368D-45E8-9B7C-A3B8E86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直接取0会把小样本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误当成绝对规律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DF0E-4FA5-41AF-A92D-CBF88AC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8B537-C6F9-495A-8FBB-79CB777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6574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B0796-B0D5-4FBC-B5D9-6FCECD2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拉普拉斯平滑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2759-F12F-4F9B-9368-31A6FA0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(0 + 1) / (2 + 2)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56F60-90FC-43DC-9AA3-3006812D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= 0.25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3F2CF-6487-47DC-88FE-CA584F5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如何解释这个结果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398A-7528-402A-B640-17E02AA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14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4230F-CDEE-43C8-993A-0B29E9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为什么使用平滑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25D5-FC87-455D-8CF9-DC6FFBD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两条案例不足以证明“包可见”永远不会发生。加1平滑避免零概率，让新案例仍有修正空间。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D2B1-0C84-406F-8D84-DE9A979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5543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DA06B-6EE3-4CFF-A250-6DF88C0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结论边界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3A515-B5B0-481B-8FA5-78C7601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9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0.25是小样本开发集的保守估计，用于诊断排序；它不是客观故障发生率，也不是独立测试结论。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E6697-B59C-405A-8988-8E00809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4A5BE-BB09-4B68-AFAB-A43D479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开发集消融：仅修改该条件概率后，Top-1 由 89.3% 提升至 92.9%；结果只用于选择参数。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8CF14-B57F-429C-8509-8B14569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rPr>
              <a:t>依据：docs/calibration.md；data/evaluation/calibration_results.json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53337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2026-09-14T06:39:00.1980000Z</dcterms:created>
  <dcterms:modified xsi:type="dcterms:W3CDTF">2026-09-14T06:39:00.1980000Z</dcterms:modified>
</coreProperties>
</file>