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80ae4dc39b4a39" /><Relationship Type="http://schemas.openxmlformats.org/officeDocument/2006/relationships/extended-properties" Target="/docProps/app.xml" Id="R06d9d5a7a81b4e11" /><Relationship Type="http://schemas.openxmlformats.org/officeDocument/2006/relationships/officeDocument" Target="/ppt/presentation.xml" Id="R2d5f0b2b2084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8f4d5876744da"/>
  </p:sldMasterIdLst>
  <p:notesMasterIdLst>
    <p:notesMasterId xmlns:r="http://schemas.openxmlformats.org/officeDocument/2006/relationships" r:id="R644d7d83a6724846"/>
  </p:notesMasterIdLst>
  <p:sldIdLst>
    <p:sldId xmlns:r="http://schemas.openxmlformats.org/officeDocument/2006/relationships" id="256" r:id="R3e34294edca749bf"/>
    <p:sldId xmlns:r="http://schemas.openxmlformats.org/officeDocument/2006/relationships" id="257" r:id="Raf3ea701fdc34007"/>
    <p:sldId xmlns:r="http://schemas.openxmlformats.org/officeDocument/2006/relationships" id="258" r:id="R83c5d72a0c2946d1"/>
    <p:sldId xmlns:r="http://schemas.openxmlformats.org/officeDocument/2006/relationships" id="259" r:id="R38da57978610477b"/>
    <p:sldId xmlns:r="http://schemas.openxmlformats.org/officeDocument/2006/relationships" id="260" r:id="R9e0b3c70deef490c"/>
    <p:sldId xmlns:r="http://schemas.openxmlformats.org/officeDocument/2006/relationships" id="261" r:id="Ra7778a3e42d74226"/>
    <p:sldId xmlns:r="http://schemas.openxmlformats.org/officeDocument/2006/relationships" id="262" r:id="R777d5e79643e48c8"/>
    <p:sldId xmlns:r="http://schemas.openxmlformats.org/officeDocument/2006/relationships" id="263" r:id="Rf28626a388204158"/>
    <p:sldId xmlns:r="http://schemas.openxmlformats.org/officeDocument/2006/relationships" id="264" r:id="R4969e326e9d942d6"/>
    <p:sldId xmlns:r="http://schemas.openxmlformats.org/officeDocument/2006/relationships" id="265" r:id="R4b3a88ff2edf44e9"/>
    <p:sldId xmlns:r="http://schemas.openxmlformats.org/officeDocument/2006/relationships" id="266" r:id="Rb51267e432054666"/>
    <p:sldId xmlns:r="http://schemas.openxmlformats.org/officeDocument/2006/relationships" id="267" r:id="Rceb9f1e0c7c54e19"/>
    <p:sldId xmlns:r="http://schemas.openxmlformats.org/officeDocument/2006/relationships" id="268" r:id="R9f00fb634dec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90c7d696543ca" /><Relationship Type="http://schemas.openxmlformats.org/officeDocument/2006/relationships/slideMaster" Target="/ppt/slideMasters/slideMaster1.xml" Id="Ra3d8f4d5876744da" /><Relationship Type="http://schemas.openxmlformats.org/officeDocument/2006/relationships/notesMaster" Target="/ppt/notesMasters/notesMaster1.xml" Id="R644d7d83a6724846" /><Relationship Type="http://schemas.openxmlformats.org/officeDocument/2006/relationships/presProps" Target="/ppt/presProps.xml" Id="Re22dfbf7801e4b55" /><Relationship Type="http://schemas.openxmlformats.org/officeDocument/2006/relationships/viewProps" Target="/ppt/viewProps.xml" Id="Rb240bf42ba0e441b" /><Relationship Type="http://schemas.openxmlformats.org/officeDocument/2006/relationships/tableStyles" Target="/ppt/tableStyles.xml" Id="R387e8296d8ee4f81" /><Relationship Type="http://schemas.openxmlformats.org/officeDocument/2006/relationships/slide" Target="/ppt/slides/slide1.xml" Id="R3e34294edca749bf" /><Relationship Type="http://schemas.openxmlformats.org/officeDocument/2006/relationships/slide" Target="/ppt/slides/slide2.xml" Id="Raf3ea701fdc34007" /><Relationship Type="http://schemas.openxmlformats.org/officeDocument/2006/relationships/slide" Target="/ppt/slides/slide3.xml" Id="R83c5d72a0c2946d1" /><Relationship Type="http://schemas.openxmlformats.org/officeDocument/2006/relationships/slide" Target="/ppt/slides/slide4.xml" Id="R38da57978610477b" /><Relationship Type="http://schemas.openxmlformats.org/officeDocument/2006/relationships/slide" Target="/ppt/slides/slide5.xml" Id="R9e0b3c70deef490c" /><Relationship Type="http://schemas.openxmlformats.org/officeDocument/2006/relationships/slide" Target="/ppt/slides/slide6.xml" Id="Ra7778a3e42d74226" /><Relationship Type="http://schemas.openxmlformats.org/officeDocument/2006/relationships/slide" Target="/ppt/slides/slide7.xml" Id="R777d5e79643e48c8" /><Relationship Type="http://schemas.openxmlformats.org/officeDocument/2006/relationships/slide" Target="/ppt/slides/slide8.xml" Id="Rf28626a388204158" /><Relationship Type="http://schemas.openxmlformats.org/officeDocument/2006/relationships/slide" Target="/ppt/slides/slide9.xml" Id="R4969e326e9d942d6" /><Relationship Type="http://schemas.openxmlformats.org/officeDocument/2006/relationships/slide" Target="/ppt/slides/slide10.xml" Id="R4b3a88ff2edf44e9" /><Relationship Type="http://schemas.openxmlformats.org/officeDocument/2006/relationships/slide" Target="/ppt/slides/slide11.xml" Id="Rb51267e432054666" /><Relationship Type="http://schemas.openxmlformats.org/officeDocument/2006/relationships/slide" Target="/ppt/slides/slide12.xml" Id="Rceb9f1e0c7c54e19" /><Relationship Type="http://schemas.openxmlformats.org/officeDocument/2006/relationships/slide" Target="/ppt/slides/slide13.xml" Id="R9f00fb634dec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b732615f1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cf65238b3e4be8" /><Relationship Type="http://schemas.openxmlformats.org/officeDocument/2006/relationships/notesMaster" Target="/ppt/notesMasters/notesMaster1.xml" Id="R4feff28de09b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9fc7c8afd44762" /><Relationship Type="http://schemas.openxmlformats.org/officeDocument/2006/relationships/notesMaster" Target="/ppt/notesMasters/notesMaster1.xml" Id="R99512b9c4ace4e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825ad75c9c4936" /><Relationship Type="http://schemas.openxmlformats.org/officeDocument/2006/relationships/notesMaster" Target="/ppt/notesMasters/notesMaster1.xml" Id="R93faab650d154b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034775c0841b8" /><Relationship Type="http://schemas.openxmlformats.org/officeDocument/2006/relationships/notesMaster" Target="/ppt/notesMasters/notesMaster1.xml" Id="R0c2d7bf7d6fb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913828aefc4da5" /><Relationship Type="http://schemas.openxmlformats.org/officeDocument/2006/relationships/notesMaster" Target="/ppt/notesMasters/notesMaster1.xml" Id="R51192e2c08e8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bfbd3079e24276" /><Relationship Type="http://schemas.openxmlformats.org/officeDocument/2006/relationships/notesMaster" Target="/ppt/notesMasters/notesMaster1.xml" Id="Ra69adf70360745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1377d71ef48a0" /><Relationship Type="http://schemas.openxmlformats.org/officeDocument/2006/relationships/notesMaster" Target="/ppt/notesMasters/notesMaster1.xml" Id="R7b61348a43eb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171bce1f364b43" /><Relationship Type="http://schemas.openxmlformats.org/officeDocument/2006/relationships/notesMaster" Target="/ppt/notesMasters/notesMaster1.xml" Id="R5a9a849f48414b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da421e6a04034" /><Relationship Type="http://schemas.openxmlformats.org/officeDocument/2006/relationships/notesMaster" Target="/ppt/notesMasters/notesMaster1.xml" Id="R137d297c30ff44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706d6ba396416d" /><Relationship Type="http://schemas.openxmlformats.org/officeDocument/2006/relationships/notesMaster" Target="/ppt/notesMasters/notesMaster1.xml" Id="R4b75e48ed2c749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19768677464689" /><Relationship Type="http://schemas.openxmlformats.org/officeDocument/2006/relationships/notesMaster" Target="/ppt/notesMasters/notesMaster1.xml" Id="Ra905dd20b28446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87b2243d0b4167" /><Relationship Type="http://schemas.openxmlformats.org/officeDocument/2006/relationships/notesMaster" Target="/ppt/notesMasters/notesMaster1.xml" Id="R76f1f95b46504e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46371719ea40c6" /><Relationship Type="http://schemas.openxmlformats.org/officeDocument/2006/relationships/notesMaster" Target="/ppt/notesMasters/notesMaster1.xml" Id="R77150e925c44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看三种关系，而不是节点数量。HAS_POSSIBLE_CAUSE从故障指向可能原因，决定当前诊断需要进入哪一片候选子图。CHUNK_SUPPORTS_CAUSE从BM25命中的证据片段指向原因，用文本证据形成初始排序。OBSERVATION_SUPPORTS从用户回答形成的观察指向原因，边上保存P（观察结果｜原因），并在每次回答后参与贝叶斯更新。底层因果图谱并未在对话中重建，变化的是当前会话候选子图里的节点激活状态、原因概率和排序。来源：docs/final-defense-evidence.md；docs/causal_graph_design.md；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知识注入后的最终输出。前一页已经定位到服务地址配置错误，并沿图谱取得Ollama专属检查、修复、风险和三条官方来源。程序先把这些内容编号为C1声明和E031、E032、E033证据白名单，再交给DeepSeek。大模型只调整展示顺序和表达侧重，最终答案明确给出96.9%的排查优先级、容器内的/api/tags检查、OLLAMA_BASE_URL修复、低风险提示和来源。它不能新增原因、命令、修复或链接，非法结构会被拒绝并回退到离线模板。来源：data/demo/open_webui_ollama_trajectory.json；data/raw/debugpath_v2_service_context.json；src/diagnosis/generator.py；docs/algorithm-explan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在老师追问参数依据时使用。原始0.80是图谱构建阶段的启发式值。开发集中两条Python版本不兼容案例里，目标包都不可见，因此包可见的原始频率是0除以2。由于两条样本不足以支持零概率，我们使用加1拉普拉斯平滑，得到(0+1)/(2+2)=0.25。该数值属于小样本开发集的保守估计，用于诊断排序，不解释为真实故障概率。仅修改这一条件概率的开发集消融中，Top-1从89.3%提升到92.9%，但同一开发集参与了参数选择，因此不能作为无偏测试结论。来源：docs/calibration.md；data/evaluation/calibration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47df5b40349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5efda031f45b8" /><Relationship Type="http://schemas.openxmlformats.org/officeDocument/2006/relationships/slideLayout" Target="/ppt/slideLayouts/slideLayout1.xml" Id="Rdfd0e16c646641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0e16c646641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c55149d7a4ecf" /><Relationship Type="http://schemas.openxmlformats.org/officeDocument/2006/relationships/notesSlide" Target="/ppt/notesSlides/notesSlide1.xml" Id="R57a3f93f623a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d41a317840de" /><Relationship Type="http://schemas.openxmlformats.org/officeDocument/2006/relationships/notesSlide" Target="/ppt/notesSlides/notesSlide2.xml" Id="R3b88f443fabd40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f8c790b9c4836" /><Relationship Type="http://schemas.openxmlformats.org/officeDocument/2006/relationships/image" Target="/ppt/media/image.png" Id="R4dab9d585e224d3e" /><Relationship Type="http://schemas.openxmlformats.org/officeDocument/2006/relationships/notesSlide" Target="/ppt/notesSlides/notesSlide3.xml" Id="R586e67f7d4ff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a090e21064140" /><Relationship Type="http://schemas.openxmlformats.org/officeDocument/2006/relationships/notesSlide" Target="/ppt/notesSlides/notesSlide4.xml" Id="R5ddb0da4dfcb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f4a2d054b4801" /><Relationship Type="http://schemas.openxmlformats.org/officeDocument/2006/relationships/notesSlide" Target="/ppt/notesSlides/notesSlide5.xml" Id="Rf383b559ad414e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b37e9d6e94092" /><Relationship Type="http://schemas.openxmlformats.org/officeDocument/2006/relationships/notesSlide" Target="/ppt/notesSlides/notesSlide6.xml" Id="Rdcad67ea0287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0c135697f45fb" /><Relationship Type="http://schemas.openxmlformats.org/officeDocument/2006/relationships/image" Target="/ppt/media/image2.png" Id="R647831239bd947e0" /><Relationship Type="http://schemas.openxmlformats.org/officeDocument/2006/relationships/notesSlide" Target="/ppt/notesSlides/notesSlide7.xml" Id="Rc9f4ba119b0c48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425f065a4637" /><Relationship Type="http://schemas.openxmlformats.org/officeDocument/2006/relationships/image" Target="/ppt/media/image3.png" Id="Rbbc18d4380c047c4" /><Relationship Type="http://schemas.openxmlformats.org/officeDocument/2006/relationships/notesSlide" Target="/ppt/notesSlides/notesSlide8.xml" Id="R07e12bf77ac1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dd49820043f6" /><Relationship Type="http://schemas.openxmlformats.org/officeDocument/2006/relationships/image" Target="/ppt/media/image4.png" Id="Rd93e095bb33f4144" /><Relationship Type="http://schemas.openxmlformats.org/officeDocument/2006/relationships/notesSlide" Target="/ppt/notesSlides/notesSlide9.xml" Id="Re97cc3b8a35046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7b080e19043dd" /><Relationship Type="http://schemas.openxmlformats.org/officeDocument/2006/relationships/notesSlide" Target="/ppt/notesSlides/notesSlide10.xml" Id="R15ded811545643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796e890714261" /><Relationship Type="http://schemas.openxmlformats.org/officeDocument/2006/relationships/notesSlide" Target="/ppt/notesSlides/notesSlide11.xml" Id="Rec5137f9361a4d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f3412e764457e" /><Relationship Type="http://schemas.openxmlformats.org/officeDocument/2006/relationships/notesSlide" Target="/ppt/notesSlides/notesSlide12.xml" Id="Rf750fa57b71f46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3ae65c374500" /><Relationship Type="http://schemas.openxmlformats.org/officeDocument/2006/relationships/notesSlide" Target="/ppt/notesSlides/notesSlide13.xml" Id="R001ebc866bc946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4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b9d585e224d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5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95118E-00EE-40D0-BC4B-18E019B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EF2E-1F0D-4DCB-B17E-81CC914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2261-1E2D-4048-B7A9-CFC690B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38A2-DA76-48F2-AC9A-C1C7D68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172F-F4A1-4652-91AF-FA1C420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616F5-4D65-40BB-B8B3-957D732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0003-9A4F-4B58-A5FC-06AB19A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906">
            <a:solidFill>
              <a:srgbClr val="216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E443-B854-4BF0-8DB9-1FA0E2B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31B9-98DF-46CB-8698-31D4788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B5D8D-18BA-471E-B7FA-2991070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4F94-39FF-4B7A-82EE-1B7EC07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669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ADEC4-AF8C-4D83-9EE4-153A236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743E4-662B-47F3-9390-FEB3762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16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7218D-1390-47A0-8231-98A9FBF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23DB-6D5C-40EB-84AF-516DF6D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4C4B-B9C5-4D82-B5B3-7EACE8C9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按故障关联抽取原因，生成本轮候选子图。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CAC9-EF3F-4BA9-9319-1AC3873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906">
            <a:solidFill>
              <a:srgbClr val="1596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D703F-C394-4BA0-963E-AF7934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47C7-899D-4FB2-AB83-504622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00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0A888-4A97-40A2-9796-62BE938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5277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68896-E09F-409A-AD61-5DB17E5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04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DF35-C668-4535-B50D-D235F6D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94935-DA8F-4B4E-B037-86FC1CE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966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CBE92-D23E-4523-93C7-408A82F0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05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2FB32-DA1E-4BED-801D-385E685C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C2ED4-078F-48DC-A6D7-C04FEB3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BM25证据映射到原因，与图谱先验融合后得到初始概率。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BC0-8060-4FD1-9A02-F9C6271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906">
            <a:solidFill>
              <a:srgbClr val="F04B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DACF3-A9E6-49E8-9FA6-1E7443D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32CE3-6226-45F6-A54B-AB9DB8C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CDCAB-F432-4645-B219-B29E977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862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603D-D1B1-4DC2-B6DC-1110D38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338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69E5F-D2C9-4CBE-B301-1A9BC80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C370A-FA19-4D11-95A5-00C7D04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F04B4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017A5-48EE-442B-A313-5DA3A7D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38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57FA-F155-4547-BD5A-72E6065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5EB8E-B580-409C-8E72-804CC8CA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回答提供条件概率，贝叶斯更新后对候选原因重新排序。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6A698-CAE4-42BA-8487-5F89DEB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0478">
            <a:solidFill>
              <a:srgbClr val="66788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8C22E-3955-4446-AEA6-AA2C90A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8AE6A-EF52-46DD-9DB6-F7DB551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69F98-6871-4609-8D4F-D613FE1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5123A-404B-4614-BD16-6A01831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3CCDF-AF71-48D5-96BE-B1F8479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7FBF1D-8B15-49DA-BBD0-CEC7BAE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48250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41AA77-D3BE-4038-B067-DFD3272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339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7838D-AF26-4832-8481-F36CFD0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93324-274D-4B7B-BB37-C0BDD26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265ECA-3F50-46EF-B0CD-ABAAD71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5953B5-C10B-4CC0-B8E9-B260245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585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45104C-15E3-4DF3-BFF1-71A0B1B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4835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关系结构保持不变；本轮候选子图改变节点激活状态、原因概率和排序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831239bd9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57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18d4380c047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61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72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e095bb33f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89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90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91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292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C4392-AC25-41FC-82FD-37EE420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A2CD-9FBB-43CA-93B6-D369676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E826-92E7-4532-82AB-BE5D0FA2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大模型整理后的最终输出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E8496-1710-4C28-A22D-10105BC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A0A0-60C0-4FDE-B8A2-1C35327F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F3AC-FCB7-46E6-8FA6-806390D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图谱决定技术事实，DeepSeek只调整声明顺序和表达侧重。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C40E-9D4D-4EA1-B973-4114D4E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注入给大模型的白名单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B86B8-50B9-41C6-95E7-74F16D99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105150" cy="33147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383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C62D-9862-4258-87AA-47F6C92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C1  已验证声明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7A31-C5E5-493E-BEDF-7BD5BF1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9FDB-948A-41E7-AE29-55B00F2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概率 96.9%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E2BE9-A5DD-4793-9BED-3EE26BB6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82B80-F4FB-40BC-B993-4B90548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E1755-0CEC-4439-9EC6-9FAC893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0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容器内请求 Ollama /api/tags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C39E9-1A74-40A2-8FCA-65CAB62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A4B56-DC57-45BB-BF3E-75EC28A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 OLLAMA_BASE_URL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0DA9B-FCA1-43C1-AB0E-86582DEB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529B3-2D8E-4C31-8589-142D0BA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低风险，修改前保留原值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7599-03C0-472C-8A56-CBCAB7E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E528D-FA79-4745-B5BA-5DE658A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证据白名单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3805E-F9BD-4E6E-B88B-07553D13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E031  Open WebUI连接说明</a:t>
            </a:r>
          </a:p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E032  Ollama模型列表API</a:t>
            </a:r>
          </a:p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E033  Docker容器访问宿主机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EE418-A0B5-42AA-943E-249F9D7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7F6EF-83E9-4011-B29D-D69C94C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338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仅允许排序与取舍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21A41-7B77-41F3-B82A-7BFBA0D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DebugPath 输出结果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82B37-7E42-4B23-9F73-B529FAB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966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3AA3-81EE-4896-B7DD-95578C0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2437-5066-48EE-B70C-C42AA5F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诊断结论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4C9AA-0469-43E5-B2B2-BF64BEF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9825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17AAC-EBC5-4AE1-BF8F-ABDE8BD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8875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966F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19C86-320D-4B25-9687-223A0F7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96.9%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D509A-31A9-4DF2-A40C-0DEF02E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原因说明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22759-0B59-457B-80F3-7C84EC4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容器内的localhost指向容器自身，无法访问宿主机上的Ollama。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B08B7-746D-4203-A979-232E6F1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1  前置检查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CE415-DE85-4AD9-B693-71D5F61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在Open WebUI容器内请求Ollama模型列表端点，验证实际连接路径。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DFDC8-ABFD-450F-A73A-CFF0E2B9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24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D2130"/>
          </a:solidFill>
          <a:ln xmlns:a="http://schemas.openxmlformats.org/drawingml/2006/main" w="11430">
            <a:solidFill>
              <a:srgbClr val="0D213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5A89D-0C42-42D7-A3AC-FBAEE13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86175"/>
            <a:ext cx="6181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rPr>
              <a:t>docker exec open-webui ... http://host.docker.internal:11434/api/tags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6E1634-72DD-49DD-9F6B-7F6915F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2  修复建议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05EA61-DE15-4032-A9C3-B5D5374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95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将OLLAMA_BASE_URL设置为 http://host.docker.internal:11434，重启容器后再次检查。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90DE6-EF7A-4BFB-B9CD-C77B5F3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3  风险与来源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D9F60-7BF6-49BB-942B-F191F0F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862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修改前保留原配置；系统不会执行命令。依据来自Docker、Open WebUI与Ollama官方文档。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F6502-9BB1-4A8E-9557-92C3B6B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81575"/>
            <a:ext cx="652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0A8B7-DD8C-40B3-A31E-1A8D9CD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输出边界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034B2-7F3B-4608-9283-6D0D4CB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577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不能新增原因、命令、修复或链接；非法JSON会被拒绝并回退到离线模板。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B599A1-7C57-44C5-B0B1-D0E4444A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1ACF09-0BCA-49D0-823C-E3B4F7F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检索与推理提供证据，大模型负责把已验证知识整理成用户可执行、可追溯的答案</a:t>
            </a:r>
          </a:p>
        </p:txBody>
      </p:sp>
    </p:spTree>
    <p:extLst>
      <p:ext uri="{BB962C8B-B14F-4D97-AF65-F5344CB8AC3E}">
        <p14:creationId xmlns:p14="http://schemas.microsoft.com/office/powerpoint/2010/main" val="698998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F0C-35F1-4396-9F90-9AA0ADA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06DD-97B9-4415-81F6-A8CED2B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A85D-3E6F-4340-8AE4-08A83F2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备用：0.25如何由案例计算得到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2B28-7B7A-4514-9117-A50201D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3086-F57E-475E-A54F-28427D9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259C-BE93-495B-A30B-147A6C6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1430">
            <a:solidFill>
              <a:srgbClr val="DDE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F4F7-B226-4C88-81F7-666F55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95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493-6C3D-40E6-A4E3-90AFCA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原始0.80是启发式值；0.25来自两条开发观察与拉普拉斯平滑。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8D06-6399-4754-AA58-E390E1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计算依据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38EE-9A2D-413A-905B-8B503F4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4B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7AF2-13B3-4524-9A98-3AE9485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原始图谱参数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FF51-2C10-4C38-922B-73DFD85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D6-2788-432C-9E6D-6764435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人工启发式值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没有真实频率支撑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7A45-2B21-4540-AB41-0FECC4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09C1-F871-4F6F-A22E-ABCC814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6D043-4411-44B7-B089-5803CCB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开发观察  n =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7B17-AD79-450C-9A2B-32759E3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3.12：包不可见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E3BE-ADAF-440F-8000-7409A8A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3.13：包不可见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AEE4-EBAE-48CB-B74B-536E8F0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正例数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B2BA3-56DF-4EC3-A57B-6B2F505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0ECD-1ED5-4A99-991B-5E19668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697C-8A3B-4627-BF1F-F511C0A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原始观察频率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5171-33BE-4A7F-80CF-09A3A9B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 / 2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7CEAB-368D-45E8-9B7C-A3B8E86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直接取0会把小样本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误当成绝对规律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DF0E-4FA5-41AF-A92D-CBF88AC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8B537-C6F9-495A-8FBB-79CB777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6574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B0796-B0D5-4FBC-B5D9-6FCECD2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拉普拉斯平滑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2759-F12F-4F9B-9368-31A6FA0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(0 + 1) / (2 + 2)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56F60-90FC-43DC-9AA3-3006812D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= 0.25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3F2CF-6487-47DC-88FE-CA584F5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如何解释这个结果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398A-7528-402A-B640-17E02AA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14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4230F-CDEE-43C8-993A-0B29E9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为什么使用平滑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25D5-FC87-455D-8CF9-DC6FFBD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两条案例不足以证明“包可见”永远不会发生。加1平滑避免零概率，让新案例仍有修正空间。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D2B1-0C84-406F-8D84-DE9A979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5543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DA06B-6EE3-4CFF-A250-6DF88C0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结论边界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3A515-B5B0-481B-8FA5-78C7601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9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0.25是小样本开发集的保守估计，用于诊断排序；它不是客观故障发生率，也不是独立测试结论。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E6697-B59C-405A-8988-8E00809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4A5BE-BB09-4B68-AFAB-A43D479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开发集消融：仅修改该条件概率后，Top-1 由 89.3% 提升至 92.9%；结果只用于选择参数。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8CF14-B57F-429C-8509-8B14569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rPr>
              <a:t>依据：docs/calibration.md；data/evaluation/calibration_results.json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53337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2026-09-14T06:59:09.7680000Z</dcterms:created>
  <dcterms:modified xsi:type="dcterms:W3CDTF">2026-09-14T06:59:09.7680000Z</dcterms:modified>
</coreProperties>
</file>